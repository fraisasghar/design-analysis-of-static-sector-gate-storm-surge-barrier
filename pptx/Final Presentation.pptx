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8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72159-DB7F-49F8-B59C-5B7418B80D1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C4458-4958-4E49-A850-C28CB3062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C4458-4958-4E49-A850-C28CB3062C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7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188" r="2656" b="3781"/>
          <a:stretch>
            <a:fillRect/>
          </a:stretch>
        </p:blipFill>
        <p:spPr>
          <a:xfrm>
            <a:off x="0" y="-1"/>
            <a:ext cx="16256000" cy="9169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187" r="2187" b="3781"/>
          <a:stretch>
            <a:fillRect/>
          </a:stretch>
        </p:blipFill>
        <p:spPr>
          <a:xfrm>
            <a:off x="0" y="-13063"/>
            <a:ext cx="16256000" cy="91240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250" r="2187" b="3781"/>
          <a:stretch>
            <a:fillRect/>
          </a:stretch>
        </p:blipFill>
        <p:spPr>
          <a:xfrm>
            <a:off x="0" y="-1"/>
            <a:ext cx="16256000" cy="9035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8" r="1718" b="2941"/>
          <a:stretch>
            <a:fillRect/>
          </a:stretch>
        </p:blipFill>
        <p:spPr>
          <a:xfrm>
            <a:off x="13788" y="-1"/>
            <a:ext cx="16242211" cy="91066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9" r="2188" b="3781"/>
          <a:stretch>
            <a:fillRect/>
          </a:stretch>
        </p:blipFill>
        <p:spPr>
          <a:xfrm>
            <a:off x="0" y="-23950"/>
            <a:ext cx="16256000" cy="9079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9" r="2188" b="2941"/>
          <a:stretch>
            <a:fillRect/>
          </a:stretch>
        </p:blipFill>
        <p:spPr>
          <a:xfrm>
            <a:off x="0" y="-19594"/>
            <a:ext cx="16264388" cy="9163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20" r="1718" b="2941"/>
          <a:stretch>
            <a:fillRect/>
          </a:stretch>
        </p:blipFill>
        <p:spPr>
          <a:xfrm>
            <a:off x="0" y="-32658"/>
            <a:ext cx="16231118" cy="91004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9" r="2188" b="2941"/>
          <a:stretch>
            <a:fillRect/>
          </a:stretch>
        </p:blipFill>
        <p:spPr>
          <a:xfrm>
            <a:off x="0" y="-19594"/>
            <a:ext cx="16264388" cy="91635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188" r="1452" b="2941"/>
          <a:stretch>
            <a:fillRect/>
          </a:stretch>
        </p:blipFill>
        <p:spPr>
          <a:xfrm>
            <a:off x="0" y="0"/>
            <a:ext cx="16256000" cy="9133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8" r="2927" b="3781"/>
          <a:stretch>
            <a:fillRect/>
          </a:stretch>
        </p:blipFill>
        <p:spPr>
          <a:xfrm>
            <a:off x="31205" y="-32658"/>
            <a:ext cx="16303197" cy="9176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19" r="2188" b="3781"/>
          <a:stretch>
            <a:fillRect/>
          </a:stretch>
        </p:blipFill>
        <p:spPr>
          <a:xfrm>
            <a:off x="-1" y="-30480"/>
            <a:ext cx="16289497" cy="9098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250" r="1718" b="3781"/>
          <a:stretch>
            <a:fillRect/>
          </a:stretch>
        </p:blipFill>
        <p:spPr>
          <a:xfrm>
            <a:off x="13789" y="-17418"/>
            <a:ext cx="16287044" cy="9009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655" r="1250" b="3781"/>
          <a:stretch>
            <a:fillRect/>
          </a:stretch>
        </p:blipFill>
        <p:spPr>
          <a:xfrm>
            <a:off x="0" y="0"/>
            <a:ext cx="16234926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Office PowerPoint</Application>
  <PresentationFormat>Custom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Frais Asghar</cp:lastModifiedBy>
  <cp:revision>2</cp:revision>
  <dcterms:created xsi:type="dcterms:W3CDTF">2006-08-16T00:00:00Z</dcterms:created>
  <dcterms:modified xsi:type="dcterms:W3CDTF">2026-05-29T14:26:06Z</dcterms:modified>
</cp:coreProperties>
</file>